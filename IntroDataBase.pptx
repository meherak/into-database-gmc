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89A77-4BDE-4E4A-B6B5-F4470B150733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1B9A-1F51-4C75-BC39-1F2EEF6E5C1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18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https://jelvix.com/wp-content/uploads/2020/07/infographic-01-scaled.jpg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C1B9A-1F51-4C75-BC39-1F2EEF6E5C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738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26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95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27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34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6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8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5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32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665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70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467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205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401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793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2383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0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68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372BB60-AACF-4CAE-B5C2-C6091DD2FADB}" type="datetimeFigureOut">
              <a:rPr lang="fr-FR" smtClean="0"/>
              <a:t>21/01/2022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C4299-BB35-4946-867E-94E8E88025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0781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/>
              <a:t>Data Base Check Point</a:t>
            </a:r>
            <a:br>
              <a:rPr lang="fr-FR" b="1" dirty="0"/>
            </a:br>
            <a:r>
              <a:rPr lang="fr-FR" b="1" dirty="0"/>
              <a:t>RDBMS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00192" y="5085184"/>
            <a:ext cx="1149563" cy="1008112"/>
          </a:xfrm>
        </p:spPr>
        <p:txBody>
          <a:bodyPr>
            <a:normAutofit fontScale="85000" lnSpcReduction="10000"/>
          </a:bodyPr>
          <a:lstStyle/>
          <a:p>
            <a:pPr algn="r"/>
            <a:endParaRPr lang="fr-FR" dirty="0"/>
          </a:p>
          <a:p>
            <a:r>
              <a:rPr lang="fr-FR" i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Akermi Meher</a:t>
            </a:r>
          </a:p>
        </p:txBody>
      </p:sp>
    </p:spTree>
    <p:extLst>
      <p:ext uri="{BB962C8B-B14F-4D97-AF65-F5344CB8AC3E}">
        <p14:creationId xmlns:p14="http://schemas.microsoft.com/office/powerpoint/2010/main" val="1078829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What’s</a:t>
            </a:r>
            <a:r>
              <a:rPr lang="fr-FR" dirty="0"/>
              <a:t> MySQL?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5576" y="2323652"/>
            <a:ext cx="7632848" cy="4057676"/>
          </a:xfrm>
        </p:spPr>
        <p:txBody>
          <a:bodyPr>
            <a:normAutofit/>
          </a:bodyPr>
          <a:lstStyle/>
          <a:p>
            <a:pPr marL="6858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 </a:t>
            </a:r>
            <a:r>
              <a:rPr lang="en-US" sz="2000" b="1" dirty="0"/>
              <a:t>MySQL </a:t>
            </a:r>
            <a:r>
              <a:rPr lang="en-US" sz="2000" dirty="0"/>
              <a:t>is an open-source relational database management system (RDBMS).Its name is a combination of "My", the name of co-founder Michael </a:t>
            </a:r>
            <a:r>
              <a:rPr lang="en-US" sz="2000" dirty="0" err="1"/>
              <a:t>Widenius's</a:t>
            </a:r>
            <a:r>
              <a:rPr lang="en-US" sz="2000" dirty="0"/>
              <a:t> daughter,</a:t>
            </a:r>
            <a:r>
              <a:rPr lang="en-US" sz="2000" baseline="30000" dirty="0"/>
              <a:t> </a:t>
            </a:r>
            <a:r>
              <a:rPr lang="en-US" sz="2000" dirty="0"/>
              <a:t>and "SQL", the abbreviation for Structured Query Language.</a:t>
            </a:r>
          </a:p>
          <a:p>
            <a:pPr algn="just"/>
            <a:r>
              <a:rPr lang="en-US" sz="2000" dirty="0"/>
              <a:t> </a:t>
            </a:r>
            <a:r>
              <a:rPr lang="en-US" sz="2000" b="1" dirty="0"/>
              <a:t>SQL </a:t>
            </a:r>
            <a:r>
              <a:rPr lang="en-US" sz="2000" dirty="0"/>
              <a:t>which is used for adding, removing, and modifying information in the database. Standard SQL commands, such as </a:t>
            </a:r>
            <a:r>
              <a:rPr lang="en-US" sz="2000" b="1" dirty="0"/>
              <a:t>ADD</a:t>
            </a:r>
            <a:r>
              <a:rPr lang="en-US" sz="2000" dirty="0"/>
              <a:t>, </a:t>
            </a:r>
            <a:r>
              <a:rPr lang="en-US" sz="2000" b="1" dirty="0"/>
              <a:t>DROP</a:t>
            </a:r>
            <a:r>
              <a:rPr lang="en-US" sz="2000" dirty="0"/>
              <a:t>, </a:t>
            </a:r>
            <a:r>
              <a:rPr lang="en-US" sz="2000" b="1" dirty="0"/>
              <a:t>INSERT</a:t>
            </a:r>
            <a:r>
              <a:rPr lang="en-US" sz="2000" dirty="0"/>
              <a:t>, and </a:t>
            </a:r>
            <a:r>
              <a:rPr lang="en-US" sz="2000" b="1" dirty="0"/>
              <a:t>UPDATE</a:t>
            </a:r>
            <a:r>
              <a:rPr lang="en-US" sz="2000" dirty="0"/>
              <a:t> can be used with MySQL.</a:t>
            </a:r>
            <a:endParaRPr lang="fr-F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283" y="1052736"/>
            <a:ext cx="1916117" cy="104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620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What’s</a:t>
            </a:r>
            <a:r>
              <a:rPr lang="fr-FR" dirty="0"/>
              <a:t> </a:t>
            </a:r>
            <a:r>
              <a:rPr lang="fr-FR" dirty="0" err="1"/>
              <a:t>Postgre</a:t>
            </a:r>
            <a:r>
              <a:rPr lang="fr-FR" dirty="0"/>
              <a:t> SQL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5576" y="2323652"/>
            <a:ext cx="7416824" cy="3913660"/>
          </a:xfrm>
        </p:spPr>
        <p:txBody>
          <a:bodyPr numCol="1">
            <a:normAutofit/>
          </a:bodyPr>
          <a:lstStyle/>
          <a:p>
            <a:pPr algn="just"/>
            <a:r>
              <a:rPr lang="en-US" sz="2000" b="1" dirty="0" err="1"/>
              <a:t>PostgreSQL</a:t>
            </a:r>
            <a:r>
              <a:rPr lang="en-US" sz="2000" dirty="0"/>
              <a:t> known as </a:t>
            </a:r>
            <a:r>
              <a:rPr lang="en-US" sz="2000" b="1" dirty="0" err="1"/>
              <a:t>Postgres</a:t>
            </a:r>
            <a:r>
              <a:rPr lang="en-US" sz="2000" dirty="0"/>
              <a:t>, is a free and open-source relational database management system (RDBMS) emphasizing extensibility and SQL compliance. It was originally named POSTGRES, referring to its origins as a successor to the Ingres database developed at the University of California, Berkeley.</a:t>
            </a:r>
            <a:r>
              <a:rPr lang="en-US" sz="2000" baseline="30000" dirty="0"/>
              <a:t> </a:t>
            </a:r>
            <a:r>
              <a:rPr lang="en-US" sz="2000" dirty="0"/>
              <a:t>In 1996, the project was renamed to </a:t>
            </a:r>
            <a:r>
              <a:rPr lang="en-US" sz="2000" dirty="0" err="1"/>
              <a:t>PostgreSQL</a:t>
            </a:r>
            <a:r>
              <a:rPr lang="en-US" sz="2000" dirty="0"/>
              <a:t> to reflect its support for SQL. </a:t>
            </a:r>
          </a:p>
          <a:p>
            <a:pPr algn="just"/>
            <a:r>
              <a:rPr lang="en-US" sz="2000" dirty="0"/>
              <a:t>Commonly supported objects include views, stored procedures, indexes, triggers and object-defined data types, in addition to general RDBMS features such as primary keys, foreign key relationships and atomicity.</a:t>
            </a:r>
            <a:endParaRPr lang="fr-F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908719"/>
            <a:ext cx="1935485" cy="1368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30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What’s</a:t>
            </a:r>
            <a:r>
              <a:rPr lang="fr-FR" dirty="0"/>
              <a:t> SQL server?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323652"/>
            <a:ext cx="8136904" cy="4129684"/>
          </a:xfrm>
        </p:spPr>
        <p:txBody>
          <a:bodyPr>
            <a:normAutofit/>
          </a:bodyPr>
          <a:lstStyle/>
          <a:p>
            <a:pPr marL="68580" indent="0" algn="just">
              <a:buNone/>
            </a:pPr>
            <a:endParaRPr lang="en-US" sz="2000" b="1" dirty="0"/>
          </a:p>
          <a:p>
            <a:pPr algn="just"/>
            <a:r>
              <a:rPr lang="en-US" sz="2000" b="1" dirty="0"/>
              <a:t>Microsoft SQL Server</a:t>
            </a:r>
            <a:r>
              <a:rPr lang="en-US" sz="2000" dirty="0"/>
              <a:t> is a relational database management system developed by Microsoft. As a database server, it is a software product with the primary function of storing and retrieving data as requested by other software applications—which may run either on the same computer or on another computer across a network (including the Internet). Microsoft markets at least a dozen different editions of Microsoft SQL Server, aimed at different audiences and for workloads ranging from small single-machine applications to large Internet-facing applications with many concurrent users</a:t>
            </a:r>
            <a:r>
              <a:rPr lang="en-US" dirty="0"/>
              <a:t>.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412776"/>
            <a:ext cx="1944216" cy="711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104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Comparison between the three RDBMS </a:t>
            </a:r>
            <a:endParaRPr lang="fr-FR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4864"/>
            <a:ext cx="8064896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6214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203</TotalTime>
  <Words>310</Words>
  <Application>Microsoft Office PowerPoint</Application>
  <PresentationFormat>On-screen Show (4:3)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Comic Sans MS</vt:lpstr>
      <vt:lpstr>Wingdings 3</vt:lpstr>
      <vt:lpstr>Ion</vt:lpstr>
      <vt:lpstr>Data Base Check Point RDBMS</vt:lpstr>
      <vt:lpstr>What’s MySQL?</vt:lpstr>
      <vt:lpstr>What’s Postgre SQL ?</vt:lpstr>
      <vt:lpstr>What’s SQL server? </vt:lpstr>
      <vt:lpstr> Comparison between the three RDBMS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ACER</dc:creator>
  <cp:lastModifiedBy>meher akermi</cp:lastModifiedBy>
  <cp:revision>13</cp:revision>
  <dcterms:created xsi:type="dcterms:W3CDTF">2021-07-02T08:34:13Z</dcterms:created>
  <dcterms:modified xsi:type="dcterms:W3CDTF">2022-01-21T22:22:18Z</dcterms:modified>
</cp:coreProperties>
</file>